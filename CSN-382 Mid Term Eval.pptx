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1"/>
  </p:notesMasterIdLst>
  <p:sldIdLst>
    <p:sldId id="262" r:id="rId2"/>
    <p:sldId id="271" r:id="rId3"/>
    <p:sldId id="273" r:id="rId4"/>
    <p:sldId id="274" r:id="rId5"/>
    <p:sldId id="275" r:id="rId6"/>
    <p:sldId id="276" r:id="rId7"/>
    <p:sldId id="268" r:id="rId8"/>
    <p:sldId id="278" r:id="rId9"/>
    <p:sldId id="266" r:id="rId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FF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21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8DC72-0701-4922-B9D1-CBFB540736DA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33DB3-0243-45D5-87FD-27D2F51D2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64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52529" cy="736270"/>
          </a:xfrm>
          <a:prstGeom prst="rect">
            <a:avLst/>
          </a:prstGeom>
          <a:gradFill>
            <a:gsLst>
              <a:gs pos="1000">
                <a:srgbClr val="166018"/>
              </a:gs>
              <a:gs pos="52000">
                <a:srgbClr val="00B0F0"/>
              </a:gs>
              <a:gs pos="100000">
                <a:schemeClr val="tx2">
                  <a:lumMod val="75000"/>
                </a:schemeClr>
              </a:gs>
              <a:gs pos="100000">
                <a:srgbClr val="4D0808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  <a:latin typeface="Franklin Gothic Demi" pitchFamily="34" charset="0"/>
              </a:rPr>
              <a:t>INDIAN INSTITUTE OF TECHNOLOGY ROORKEE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895" y="-1281"/>
            <a:ext cx="755828" cy="732103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06150"/>
            <a:ext cx="9133727" cy="185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781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180653" y="1173984"/>
            <a:ext cx="8768137" cy="5223272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8656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654" y="1132413"/>
            <a:ext cx="4288604" cy="48063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654" y="1613043"/>
            <a:ext cx="4288604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25166"/>
            <a:ext cx="4242121" cy="4878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13043"/>
            <a:ext cx="4242121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892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775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363913" y="2971801"/>
            <a:ext cx="2452687" cy="711200"/>
          </a:xfrm>
        </p:spPr>
        <p:txBody>
          <a:bodyPr anchor="t"/>
          <a:lstStyle>
            <a:lvl1pPr algn="ctr">
              <a:defRPr sz="3600" b="1" cap="none"/>
            </a:lvl1pPr>
          </a:lstStyle>
          <a:p>
            <a:r>
              <a:rPr lang="en-US" dirty="0"/>
              <a:t>Thanks…</a:t>
            </a:r>
            <a:endParaRPr lang="en-IN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595524" y="3619535"/>
            <a:ext cx="2009553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076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247F8E96-40AA-459E-91AA-55A5F97CAAA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D4CB9294-F9FF-4346-BE48-1C04129C722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16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1" r:id="rId3"/>
    <p:sldLayoutId id="2147483703" r:id="rId4"/>
    <p:sldLayoutId id="2147483708" r:id="rId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idx="4294967295"/>
          </p:nvPr>
        </p:nvSpPr>
        <p:spPr>
          <a:xfrm>
            <a:off x="1069520" y="1111751"/>
            <a:ext cx="7247166" cy="499336"/>
          </a:xfrm>
        </p:spPr>
        <p:txBody>
          <a:bodyPr/>
          <a:lstStyle>
            <a:lvl1pPr algn="ctr">
              <a:defRPr sz="2800" b="1">
                <a:latin typeface="+mn-lt"/>
              </a:defRPr>
            </a:lvl1pPr>
          </a:lstStyle>
          <a:p>
            <a:r>
              <a:rPr lang="en-US" dirty="0"/>
              <a:t>Donkey Kong Dominator</a:t>
            </a:r>
            <a:endParaRPr lang="en-IN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4294967295"/>
          </p:nvPr>
        </p:nvSpPr>
        <p:spPr>
          <a:xfrm>
            <a:off x="1069520" y="3224241"/>
            <a:ext cx="7247166" cy="423370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4294967295"/>
          </p:nvPr>
        </p:nvSpPr>
        <p:spPr>
          <a:xfrm>
            <a:off x="1069520" y="3647611"/>
            <a:ext cx="7247166" cy="423370"/>
          </a:xfrm>
        </p:spPr>
        <p:txBody>
          <a:bodyPr anchor="b"/>
          <a:lstStyle>
            <a:lvl1pPr marL="0" indent="0" algn="ctr">
              <a:buNone/>
              <a:defRPr sz="18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4294967295"/>
          </p:nvPr>
        </p:nvSpPr>
        <p:spPr>
          <a:xfrm>
            <a:off x="1069520" y="1611087"/>
            <a:ext cx="7247166" cy="423370"/>
          </a:xfrm>
        </p:spPr>
        <p:txBody>
          <a:bodyPr anchor="b"/>
          <a:lstStyle>
            <a:lvl1pPr marL="0" indent="0" algn="ctr">
              <a:buNone/>
              <a:defRPr sz="2000" b="1" i="1">
                <a:solidFill>
                  <a:srgbClr val="000099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CSN-382 (Machine Learning)</a:t>
            </a:r>
          </a:p>
        </p:txBody>
      </p:sp>
    </p:spTree>
    <p:extLst>
      <p:ext uri="{BB962C8B-B14F-4D97-AF65-F5344CB8AC3E}">
        <p14:creationId xmlns:p14="http://schemas.microsoft.com/office/powerpoint/2010/main" val="202677207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3C108-9B0C-F9D3-AFE1-01D5F89EC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Members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1787E-DD21-A923-AA71-7C09C577EA2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Kunal Bansal (22115083)</a:t>
            </a:r>
          </a:p>
          <a:p>
            <a:r>
              <a:rPr lang="en-US" dirty="0"/>
              <a:t>Shreya Jain (22114091)</a:t>
            </a:r>
          </a:p>
          <a:p>
            <a:r>
              <a:rPr lang="en-US" dirty="0"/>
              <a:t>Anjalika Singh (22114007)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1047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50AA6-3984-23E7-A1A1-8606DEBF6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72748-FAB5-5905-03C4-01EB9E0CF4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Our Project is about applying the reinforcement learning on the popular game Donkey Kong.</a:t>
            </a:r>
          </a:p>
          <a:p>
            <a:r>
              <a:rPr lang="en-US" dirty="0"/>
              <a:t>Donkey Kong arcade is a retro game released in 1981 for Nintendo 3DS.</a:t>
            </a:r>
          </a:p>
          <a:p>
            <a:r>
              <a:rPr lang="en-US" dirty="0"/>
              <a:t>The goal of the game is to reach the princess while a gorilla rolls down barrels to knock out the player.</a:t>
            </a:r>
          </a:p>
          <a:p>
            <a:r>
              <a:rPr lang="en-US" dirty="0"/>
              <a:t>The goal of our project is to train a ML agent that can play the game on its own without any human intervention.</a:t>
            </a:r>
          </a:p>
          <a:p>
            <a:r>
              <a:rPr lang="en-US" dirty="0"/>
              <a:t>We will try to achieve the desired results using a combination of machine learning techniques.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1037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96684-7E9E-FB5A-7148-66BCA0BE4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723B8-70BD-9E07-622B-726317D102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Before training of the agent can begin, we need to create the environment i.e. the game.</a:t>
            </a:r>
          </a:p>
          <a:p>
            <a:r>
              <a:rPr lang="en-US" dirty="0"/>
              <a:t>The game has been remade using Unity2D and C#.</a:t>
            </a:r>
          </a:p>
          <a:p>
            <a:r>
              <a:rPr lang="en-US" dirty="0"/>
              <a:t>Although the game features multiple levels, we have decided to limit our project to a single level due to limited time and computing resources.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32280C-56CE-41A6-0B7F-19F312D4A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527" y="3191774"/>
            <a:ext cx="3594181" cy="337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216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9CD40-CF79-82EC-5632-0A781F039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the Agent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4A6E4-232E-EE76-2EC0-C33E0E1D2D3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agent has been trained using a combination of various techniques namely Reinforcement Learning, Curriculum Learning and Imitation Learning using the popular </a:t>
            </a:r>
            <a:r>
              <a:rPr lang="en-US" dirty="0" err="1"/>
              <a:t>mlagents</a:t>
            </a:r>
            <a:r>
              <a:rPr lang="en-US" dirty="0"/>
              <a:t> package.</a:t>
            </a:r>
          </a:p>
          <a:p>
            <a:r>
              <a:rPr lang="en-US" dirty="0"/>
              <a:t>Reinforcement learning (RL) is a machine learning approach where an agent learns to make decisions by interacting with an environment and receiving rewards or penalties for its actions, aiming to maximize cumulative reward over time.</a:t>
            </a:r>
          </a:p>
          <a:p>
            <a:r>
              <a:rPr lang="en-US" dirty="0"/>
              <a:t>Specifically, we have used Proximal Policies Optimization algorithm for the training of our agent. It belongs to the family of policy gradient methods, where the goal is to optimize a policy (a mapping from states to actions) using gradient ascent on expected rewards.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954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F52DC-D204-9B2B-8019-BF8894E63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06378-F5CC-071D-CC80-ED950F712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the Agent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B4F6B-0BA6-0783-051E-0DFD7696828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Curriculum learning in machine learning is a training strategy where a model is trained on examples of increasing difficulty, mirroring how humans learn by starting with simpler concepts and progressing to more complex ones.</a:t>
            </a:r>
          </a:p>
          <a:p>
            <a:r>
              <a:rPr lang="en-US" dirty="0"/>
              <a:t>We have divided our training in 4 levels of difficulty:</a:t>
            </a:r>
          </a:p>
          <a:p>
            <a:pPr lvl="1"/>
            <a:r>
              <a:rPr lang="en-US" dirty="0"/>
              <a:t>Difficulty-1: Barrels are slow, spawn after a long time and can’t climb down the ladders.</a:t>
            </a:r>
          </a:p>
          <a:p>
            <a:pPr lvl="1"/>
            <a:r>
              <a:rPr lang="en-US" dirty="0"/>
              <a:t>Difficulty-2: Barrels are fast, spawn after a long time and can’t climb down the ladders.</a:t>
            </a:r>
          </a:p>
          <a:p>
            <a:pPr lvl="1"/>
            <a:r>
              <a:rPr lang="en-US" dirty="0"/>
              <a:t>Difficulty-3: Barrels are fast, spawn after short time and can’t climb down the ladder.</a:t>
            </a:r>
          </a:p>
          <a:p>
            <a:pPr lvl="1"/>
            <a:r>
              <a:rPr lang="en-US" dirty="0"/>
              <a:t>Difficulty-4: Barrels are fast, spawn after short time and can climb down the ladder.</a:t>
            </a:r>
          </a:p>
          <a:p>
            <a:r>
              <a:rPr lang="en-US" dirty="0"/>
              <a:t>Imitation Learning has also been used to ease the process of training.</a:t>
            </a:r>
          </a:p>
        </p:txBody>
      </p:sp>
    </p:spTree>
    <p:extLst>
      <p:ext uri="{BB962C8B-B14F-4D97-AF65-F5344CB8AC3E}">
        <p14:creationId xmlns:p14="http://schemas.microsoft.com/office/powerpoint/2010/main" val="187560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so far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Game Development.</a:t>
            </a:r>
          </a:p>
          <a:p>
            <a:r>
              <a:rPr lang="en-US" dirty="0"/>
              <a:t>An efficient reward function.</a:t>
            </a:r>
          </a:p>
          <a:p>
            <a:r>
              <a:rPr lang="en-US" dirty="0"/>
              <a:t>Training the model on Difficulty-1.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 be Completed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Training the model till difficulty-4.</a:t>
            </a:r>
          </a:p>
        </p:txBody>
      </p:sp>
    </p:spTree>
    <p:extLst>
      <p:ext uri="{BB962C8B-B14F-4D97-AF65-F5344CB8AC3E}">
        <p14:creationId xmlns:p14="http://schemas.microsoft.com/office/powerpoint/2010/main" val="4197002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F1FCE-54C8-1701-97F9-E393ADB7D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0B798-8E49-4B78-0B67-8A12FCD9BC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Kunal Bansal</a:t>
            </a:r>
          </a:p>
          <a:p>
            <a:r>
              <a:rPr lang="en-US" dirty="0"/>
              <a:t>Shreya Jain</a:t>
            </a:r>
          </a:p>
          <a:p>
            <a:r>
              <a:rPr lang="en-US" dirty="0"/>
              <a:t>Anjalika Singh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5180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977639"/>
      </p:ext>
    </p:extLst>
  </p:cSld>
  <p:clrMapOvr>
    <a:masterClrMapping/>
  </p:clrMapOvr>
</p:sld>
</file>

<file path=ppt/theme/theme1.xml><?xml version="1.0" encoding="utf-8"?>
<a:theme xmlns:a="http://schemas.openxmlformats.org/drawingml/2006/main" name="IITR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ITR_template_sudiproy.pptx" id="{E7BE3218-A97E-4E6F-BE9F-92D6192B2CD5}" vid="{3EDE8FBA-E8F1-4B0B-AEA8-7DC234A91AE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IITR_template_sudiproy</Template>
  <TotalTime>171</TotalTime>
  <Words>459</Words>
  <Application>Microsoft Office PowerPoint</Application>
  <PresentationFormat>On-screen Show (4:3)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Franklin Gothic Demi</vt:lpstr>
      <vt:lpstr>IITR_PPT_Template</vt:lpstr>
      <vt:lpstr>Donkey Kong Dominator</vt:lpstr>
      <vt:lpstr>Team Members</vt:lpstr>
      <vt:lpstr>Introduction</vt:lpstr>
      <vt:lpstr>Game</vt:lpstr>
      <vt:lpstr>Training the Agent</vt:lpstr>
      <vt:lpstr>Training the Agent</vt:lpstr>
      <vt:lpstr>Progress so far</vt:lpstr>
      <vt:lpstr>Contributions</vt:lpstr>
      <vt:lpstr>PowerPoint Presentation</vt:lpstr>
    </vt:vector>
  </TitlesOfParts>
  <Manager>Dr. Sudip Roy</Manager>
  <Company>IIT Roorkee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IITR PPT Template</dc:subject>
  <dc:creator>Dr. Sudip Roy</dc:creator>
  <cp:lastModifiedBy>Shreya Jain</cp:lastModifiedBy>
  <cp:revision>61</cp:revision>
  <dcterms:created xsi:type="dcterms:W3CDTF">2015-07-18T13:17:54Z</dcterms:created>
  <dcterms:modified xsi:type="dcterms:W3CDTF">2025-04-03T04:40:40Z</dcterms:modified>
  <cp:version>v1</cp:version>
</cp:coreProperties>
</file>